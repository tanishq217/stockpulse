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ACC15"/>
                </a:solidFill>
                <a:latin typeface="Arial"/>
              </a:defRPr>
            </a:pPr>
            <a:r>
              <a:t>DEVOPS FINAL CAPSTONE PROJECT  |  TARGET GRADE: 100 / 100</a:t>
            </a:r>
          </a:p>
          <a:p>
            <a:pPr>
              <a:spcAft>
                <a:spcPts val="1000"/>
              </a:spcAft>
              <a:defRPr sz="5400" b="1">
                <a:solidFill>
                  <a:srgbClr val="38BDF8"/>
                </a:solidFill>
                <a:latin typeface="Arial"/>
              </a:defRPr>
            </a:pPr>
            <a:r>
              <a:t>STOCKPULSE</a:t>
            </a:r>
          </a:p>
          <a:p>
            <a:pPr>
              <a:spcAft>
                <a:spcPts val="2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Cloud-Native Real-Time Warehouse &amp; Inventory Management Platform</a:t>
            </a:r>
          </a:p>
          <a:p>
            <a:pPr>
              <a:spcAft>
                <a:spcPts val="1000"/>
              </a:spcAft>
              <a:defRPr sz="1400">
                <a:solidFill>
                  <a:srgbClr val="34D399"/>
                </a:solidFill>
                <a:latin typeface="Arial"/>
              </a:defRPr>
            </a:pPr>
            <a:r>
              <a:t>Presenter: Tanishq Singh   |   Repository: github.com/Tanishq217/StockPulse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Stack: Python 3.12 • FastAPI • React 18 • PostgreSQL 16 • Docker • Kubernetes • Helm • AWS EKS • Trivy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What We Built: Real-Time Warehouse Command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The Real-World Problem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Traditional warehouses track stock on paper or slow legacy spreadsheets.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Causes costly stockouts, double-allocated orders, and dispatch delays.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No instant alerts when high-demand goods fall below safety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The StockPulse Solution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Live digital warehouse dashboard tracking stock in real time.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Automated safety threshold warnings prevent unexpected shortages.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Strict transaction safety blocks race conditions on concurrent orders.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Interactive REST API for instant warehouse barcode scanner integration.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Cloud-Native Delivery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100% containerized with Docker multi-stage builds.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Self-healing Kubernetes cluster automatically restarts crashed services.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Zero-touch CI/CD pipeline tests, scans, and deploys every commit.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How It Works: 3-Tier Microservice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Tier 1: Web Interface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React 18 Single Page Application with Tailwind CSS.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Served via hardened Nginx Alpine as non-root (UID 101).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Real-time stock indicators, restock forms, and search.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Responsive layout optimized for warehouse tablet computers.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Tier 2: Business Logic API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Python 3.12 &amp; FastAPI asynchronous ASGI server.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Strict Pydantic v2 schemas validate all stock entries.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Built-in health probes (/health) and Prometheus metrics (/metrics).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Executes safely as non-root user (UID 10001).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Tier 3: Database &amp; State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PostgreSQL 16 relational database engine.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ACID transactions guarantee exact inventory counts.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Alembic automated migrations handle database schema.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Persistent Volumes ensure data survives container restarts.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Arial"/>
              </a:defRPr>
            </a:pPr>
            <a:r>
              <a:t>★ MANDATORY PROOF OF CONCEPT  |  03. REPOSITORY &amp; 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Proof of Concept 1: Codebase &amp; Repository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11480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65760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Modular Project Layout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Clean separation of frontend, backend, and infrastructure code.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Automated Pytest suite: 11 unit &amp; integration tests passing.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Infrastructure as Code: Complete Helm chart and Terraform modules.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Production documentation: Architecture, Runbooks, and Rubric guide.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26464"/>
            <a:ext cx="6382512" cy="4462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debase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Technology Stack: Cloud-Native &amp; Production-Grade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Application Tier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Python 3.12: High-speed async runtime.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FastAPI: Modern async REST API.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React 18: Responsive dashboard UI.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Vite: Lightning-fast frontend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Data &amp; Storage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PostgreSQL 16: Relational ACID DB.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SQLAlchemy 2: Safe async ORM.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Alembic: Schema migration tracking.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EBS gp3: Persistent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DevOps &amp; Cloud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Docker: Multi-stage non-root containers.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Kubernetes: Self-healing orchestration.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Helm: Chart package management.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AWS EKS: Cloud managed cluster.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Security &amp; Telemetry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GitHub Actions: 5-stage CI/CD.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Trivy: Automated CVE scan.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Prometheus: Latency &amp; RPS metrics.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Terraform: Modular AWS IaC.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Arial"/>
              </a:defRPr>
            </a:pPr>
            <a:r>
              <a:t>★ MANDATORY PROOF OF CONCEPT  |  05. CONTAINER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Proof of Concept 2: Local Docker Compose Manual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93192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4747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Single-Command Launch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docker compose up -d builds and runs the entire 3-tier platform.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Automatic Healthcheck: Backend waits for PostgreSQL readiness.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Isolated bridge network with internal DNS service discovery.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Security compliance: Containers run as non-root UIDs 10001 and 101.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1426464"/>
            <a:ext cx="6565392" cy="2176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cker-compose-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649224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01184" y="3712463"/>
            <a:ext cx="6565392" cy="2176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4-nonr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749039"/>
            <a:ext cx="6492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06. 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We Built It This Way: Reliability &amp; Safety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High Availability &amp; Self-Healing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Kubernetes liveness probes detect deadlocks and restart pods instantly.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Readiness probes ensure zero traffic is sent to initializing containers.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Zero downtime rolling updates during application deployments.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Zero Inventory Desynchronization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Warehouse systems cannot afford phantom stock deduction bugs.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PostgreSQL row locking prevents race conditions under high concurrent orders.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Strict relational integrity ensures every SKU maps to a real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627632"/>
            <a:ext cx="2871216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Defense in Depth Security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Containers execute as non-root users to block privilege escalations.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Aqua Security Trivy automated scans gate every container image release.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Zero hardcoded secrets; dynamic environment variable injection.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07. 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Alternatives Considered: Architectural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0574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46634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1. Kubernetes vs. AWS ECS / Docker Swarm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Chose Kubernetes: Declarative self-healing, HPA autoscaling, open standard.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Alternative Rejected: AWS ECS locks to Amazon; Swarm lacks autoscaling tooling.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46634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2. FastAPI vs. Django / Flask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Chose FastAPI: High-speed async ASGI, Pydantic validation, auto Swagger docs.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Alternative Rejected: Django is too heavy for microservices; Flask lacks async.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120640" cy="20574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46634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3. PostgreSQL vs. MongoDB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Chose PostgreSQL: Strict ACID transactions ensure stock balances never desync.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Alternative Rejected: MongoDB eventual consistency risks race-condition phantom sales.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59352"/>
            <a:ext cx="466344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4. GitHub Actions vs. Jenkins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Chose GitHub Actions: Serverless cloud runners, native GHCR, zero server upkeep.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Alternative Rejected: Jenkins requires maintaining dedicated master/worker VMs.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Arial"/>
              </a:defRPr>
            </a:pPr>
            <a:r>
              <a:t>★ MANDATORY PROOF OF CONCEPT  |  08. CONTINUOUS INTEGRATION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Proof of Concept 3: Automated 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93192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4747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5 Automated Quality Gates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Triggered automatically on every push and pull request to main.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1. Test: Pytest executes 11 unit &amp; integration tests.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2. Build: Multi-stage Docker build for backend and frontend.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3. Security: Trivy scans container images for CVE vulnerabilities.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4. Registry: Publishes tagged images to GitHub Packages (GHCR).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5. Deploy: Verifies automated rollout on Kubernetes cluster.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1426464"/>
            <a:ext cx="6565392" cy="2176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ithub-actions-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649224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01184" y="3712463"/>
            <a:ext cx="6565392" cy="2176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6-trivy-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749039"/>
            <a:ext cx="6492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Arial"/>
              </a:defRPr>
            </a:pPr>
            <a:r>
              <a:t>★ MANDATORY PROOF OF CONCEPT  |  09. KUBERNETES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Proof of Concept 4: Local Kubernetes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93192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4747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Helm Package &amp; Cluster State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Packaged via production-ready Helm chart (helm/stockpulse).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Deployments: 2 backend and 2 frontend pods with load-balancing.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PostgreSQL: Single StatefulSet with Persistent Volume Claim.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Active verification: All pods, services, and deployments running healthy.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1426464"/>
            <a:ext cx="6565392" cy="4462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8s-deployment-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10. 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Cloud Deployment: AWS EKS (Sydney)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93192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4747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Terraform AWS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Region: AWS Sydney (ap-southeast-2).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Modular IaC: Custom VPC, public/private subnets, Internet Gateway.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EKS Cluster: stockpulse-eks-cluster provisioned and verified ACTIVE.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Strict Cost Control: Cleanly destroyed via terraform destroy to preserve $100 credit.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1426464"/>
            <a:ext cx="6565392" cy="2176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s-eks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649224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01184" y="3712463"/>
            <a:ext cx="6565392" cy="2176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ws-vpc-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749039"/>
            <a:ext cx="6492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11. APPLICATION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Application Output: Live Dashboard &amp; Responsive Mobile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93192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4747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Warehouse Operator UX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Desktop Command Center: Real-time stock levels, SKU lookups, and restocking modal.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Visual Badges: Instant color-coded alerts for Low Stock and Critical items.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Mobile Ready: Fully responsive down to 375px (iPhone SE) for handheld barcode scanners.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1426464"/>
            <a:ext cx="4187952" cy="4462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ontend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4114800" cy="4389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98864" y="1426464"/>
            <a:ext cx="2267712" cy="4462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-mobile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463040"/>
            <a:ext cx="21945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12. MONITORING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Observability: Prometheus Telemetry &amp; Probes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93192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4747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System Telemetry &amp; Health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Prometheus /metrics endpoint exposes live request rates, latency, and status codes.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Liveness Probe (/health): Actively verifies database connection and app uptime.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Grafana Dashboards: Visual panels configured to monitor RPS and cluster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1426464"/>
            <a:ext cx="6565392" cy="4462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9-metrics-c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13. FAILURE DIAGNOSIS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Troubleshooting &amp; Resilience: Chaos Engineering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93192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347472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Production Failure Runbook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Scenario: Broken image tag injected via troubleshooting/broken-image.yaml.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Diagnostic: kubectl describe pod identifies ImagePullBackOff and root-cause event.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Resilience: Existing pods continue serving traffic with zero service disruption.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Proven playbook for rapid incident resolution in high-stakes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1426464"/>
            <a:ext cx="6565392" cy="4462272"/>
          </a:xfrm>
          <a:prstGeom prst="round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9-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14. GRADING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Project Summary: Complete 10-Module Rubric Parity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2D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StockPulse • Cloud-Native Warehouse &amp; Inventory Management Platform • Tanishq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App &amp; Quality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M1: 3-Tier FastAPI/React.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M2: 11 Pytest tests pass.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M3: Conventional Git commits.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Full Swagger &amp; OpenAPI.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  <a:latin typeface="Arial"/>
              </a:defRPr>
            </a:pPr>
            <a:r>
              <a:t>Containerization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M4: Multi-stage Docker.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Non-root UIDs 10001 &amp; 101.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Docker Compose healthchecks.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ACID Postgres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ACC15"/>
                </a:solidFill>
                <a:latin typeface="Arial"/>
              </a:defRPr>
            </a:pPr>
            <a:r>
              <a:t>Pipeline &amp; Security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M5: 5-Stage GitHub Actions.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M6: Trivy DevSecOps scan.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M7: Terraform AWS EKS.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Sydney region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468880" cy="4389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27632"/>
            <a:ext cx="201168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Orchestration &amp; Ops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M8: Kubernetes Helm chart.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M9: Prometheus telemetry.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M10: Troubleshooting lab.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Score Target: 100 / 100.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