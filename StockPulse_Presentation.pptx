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5000" b="1">
                <a:solidFill>
                  <a:srgbClr val="38BDF8"/>
                </a:solidFill>
                <a:latin typeface="Arial"/>
              </a:defRPr>
            </a:pPr>
            <a:r>
              <a:t>STOCKPULSE</a:t>
            </a:r>
          </a:p>
          <a:p>
            <a:pPr>
              <a:spcAft>
                <a:spcPts val="20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Cloud-Native Real-Time Warehouse &amp; Inventory Management</a:t>
            </a:r>
          </a:p>
          <a:p>
            <a:pPr>
              <a:spcAft>
                <a:spcPts val="2800"/>
              </a:spcAft>
              <a:defRPr sz="1600">
                <a:solidFill>
                  <a:srgbClr val="34D399"/>
                </a:solidFill>
                <a:latin typeface="Arial"/>
              </a:defRPr>
            </a:pPr>
            <a:r>
              <a:t>DevOps Final Capstone Project Submission • 100/100 Evaluation Target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Student: Tanishq Singh   |   Stack: Python 3.12, FastAPI, React 18, Docker, Kubernetes, AWS EKS, Terraform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What We Built: Real-Time Warehouse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BBF24"/>
                </a:solidFill>
                <a:latin typeface="Arial"/>
              </a:defRPr>
            </a:pPr>
            <a:r>
              <a:t>The Real-World Problem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Traditional warehouses track stock on paper or slow legacy software.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Leads to human errors, accidental stockouts, and order delays.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Requires instant visibility when goods arrive or leave.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6304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64592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The StockPulse Solution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 real-time digital warehouse command center.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Live tracking of SKU inventory, stock thresholds, and suppliers.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Instant visual alerts when items fall below safe limits.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Built for fast, concurrent warehouse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6304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64592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Modern Cloud Delivery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Shipped as independent, self-healing microservices.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Runs identically on local developer machines and AWS cloud.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Zero downtime updates via automated Kubernetes rollouts.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02.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How It Works: 3-Tier Microservice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Tier 1: Web Interface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React 18 Single Page Application.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Served via ultra-light Nginx Alpine.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Live inventory counters &amp; restocking modal.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Runs as non-root user (UID 101) for security.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6304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64592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Tier 2: Business Logic API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Python 3.12 &amp; FastAPI framework.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Validates all incoming warehouse transactions.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Built-in health probes (/health) and metrics (/metrics).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Runs as non-root user (UID 10001).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6304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64592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BBF24"/>
                </a:solidFill>
                <a:latin typeface="Arial"/>
              </a:defRPr>
            </a:pPr>
            <a:r>
              <a:t>Tier 3: Database &amp; State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PostgreSQL 16 relational database engine.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Guarantees ACID transactions (zero phantom updates).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Persistent storage volumes prevent data loss.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Automatic schema initialization on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03. REPOSITORY &amp; CODE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Proof of Concept 1: Codebase &amp; Repository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1148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Modular Engineering Layout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Clear separation of frontend, backend, and infrastructure code.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Automated Pytest test suite (11 unit &amp; integration tests passing).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Infrastructure as Code: Helm charts and Terraform defined in repo.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Production configuration files (.env, Dockerfiles) fully documented.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26464"/>
            <a:ext cx="6382512" cy="44622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debase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04.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Technology Stack: Cloud-Native &amp; Production-Ready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Core App Tier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Python 3.12: High speed runtime.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FastAPI: Modern async ASGI API.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React 18: Responsive dashboard UI.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Vite: Ultra-fast frontend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Data &amp; State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PostgreSQL 16: ACID database.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SQLAlchemy 2: Safe database ORM.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Pydantic v2: Strict data validation.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Persistent Volumes: Durable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4592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BBF24"/>
                </a:solidFill>
                <a:latin typeface="Arial"/>
              </a:defRPr>
            </a:pPr>
            <a:r>
              <a:t>DevOps &amp; Cloud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Docker: Multi-stage non-root containers.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Kubernetes: Container self-healing.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Helm: Chart package management.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AWS EKS: Managed cloud cluster.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64592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Security &amp; Ops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GitHub Actions: Automated CI/CD.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Trivy: DevSecOps CVE security scan.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Prometheus: Real-time telemetry.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Terraform: Modular IaC for AWS.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05. CONTAINER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Proof of Concept 2: Local Docker Compose Manual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1148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One Command Local Stack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Single command launch: docker compose up -d --build.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Orchestrates 3 microservices: Database, Backend API, and Web UI.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Built-in healthchecks: Backend waits for PostgreSQL readiness.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Isolated bridge network with automatic service discovery.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26464"/>
            <a:ext cx="6382512" cy="44622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ocker-compose-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06. DESIGN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We Built It This Way: Core Design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High Availability &amp; Self-Healing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If a server pod crashes, Kubernetes restarts it automatically.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Health probes ensure traffic is never sent to a broken service.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Eliminates late-night manual server reboot panics.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6304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64592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Data Integrity Guaranteed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Inventory data cannot afford double-allocation bugs.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PostgreSQL ACID transactions guarantee absolute stock balance.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Strict relational schemas prevent accidental data corruption.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6304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64592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BBF24"/>
                </a:solidFill>
                <a:latin typeface="Arial"/>
              </a:defRPr>
            </a:pPr>
            <a:r>
              <a:t>Security &amp; Least Privilege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Containers execute as non-root users to block privilege escalation.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Every container image scanned for vulnerabilities before release.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Zero hardcoded secrets; dynamic environment variable injection.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07. ENGINEERING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Alternatives Considered: Architectural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1. Kubernetes vs. AWS ECS / Docker Swarm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Chose Kubernetes: Industry standard, vendor-neutral, advanced autoscaling.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Alternative Rejected: AWS ECS locks you to Amazon; Swarm lacks autoscaling ecosystem.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2. FastAPI vs. Django / Flask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Chose FastAPI: High-speed async I/O, Pydantic type safety, auto-generated Swagger.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Alternative Rejected: Django is too heavy for microservices; Flask lacks native async.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776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BBF24"/>
                </a:solidFill>
                <a:latin typeface="Arial"/>
              </a:defRPr>
            </a:pPr>
            <a:r>
              <a:t>3. PostgreSQL vs. MongoDB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Chose PostgreSQL: Strict ACID transactions ensure stock balances never desync.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Alternative Rejected: MongoDB eventual consistency risks race-condition phantom sales.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4. GitHub Actions vs. Jenkins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Chose GitHub Actions: Cloud-native, zero server maintenance, integrated security.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Alternative Rejected: Jenkins requires maintaining dedicated controller VMs and plugins.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08. CONTINUOUS INTEGRATION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Proof of Concept 3: Automated CI/CD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1148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Automated Quality Gates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5 green stages executed on every commit to main.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Unit testing: Automated Pytest run validates business rules.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Security gate: Trivy scans Docker images for CVEs before push.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Zero manual intervention: Code automatically built and published.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26464"/>
            <a:ext cx="6382512" cy="44622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ithub-actions-ci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09. KUBERNETES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Proof of Concept 4: Local Kubernetes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1148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Cluster Orchestration &amp; Helm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Deployed locally via Helm chart on Kind Kubernetes cluster.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High availability: Multiple pod replicas load balanced automatically.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Self-healing: Liveness and readiness probes actively monitor health.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Persistent Volume: PostgreSQL database data remains safe across pod restarts.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26464"/>
            <a:ext cx="6382512" cy="44622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8s-deployment-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10. 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Real Cloud Deployment: AWS EKS &amp; VPC (Sydney)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1148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BBF24"/>
                </a:solidFill>
                <a:latin typeface="Arial"/>
              </a:defRPr>
            </a:pPr>
            <a:r>
              <a:t>Terraform AWS Automation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Provisioned in AWS Sydney region (ap-southeast-2).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Modular Terraform: Created VPC, Subnets, and EKS 1.31 cluster.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Verified ACTIVE status in AWS Management Console.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Zero-waste teardown: terraform destroy cleanly removed all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26464"/>
            <a:ext cx="6382512" cy="44622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ws-eks-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11. APPLICATION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Application Output: Live Dashboard &amp; REST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Live Web Dashboard (React 18)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Interactive UI displays inventory items, stock levels, and threshold alerts.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Operators can restock items or adjust quantities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3072384"/>
            <a:ext cx="5193792" cy="281635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ontend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08960"/>
            <a:ext cx="5120640" cy="2743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63040"/>
            <a:ext cx="51206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Interactive API Documentation (Swagger)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OpenAPI /docs endpoint provides live testing for warehouse REST endpoints.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Strict Pydantic schemas enforce valid warehouse data entry.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072384"/>
            <a:ext cx="5193792" cy="281635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pi-docs-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108960"/>
            <a:ext cx="51206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12. MONITORING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Observability: Prometheus Telemetry &amp; Health Probes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1148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Real-Time Metrics &amp; Telemetry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Prometheus /metrics endpoint exposes request counts and latency.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Active /health endpoint monitors database connectivity.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Enables rapid diagnosis and automated alert triggering.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Grafana dashboards configured to track warehouse throughput.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26464"/>
            <a:ext cx="6382512" cy="44622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i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13. GRADING RUBRIC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Summary: Complete Rubric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100% Tests Pass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11 Pytest tests pass.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Validates models &amp; routes.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0.12s test runtime.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Automatic CI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Zero-Friction Ops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Docker Compose one-click.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Kubernetes Helm package.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Non-root security standard.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ACID database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4592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BBF24"/>
                </a:solidFill>
                <a:latin typeface="Arial"/>
              </a:defRPr>
            </a:pPr>
            <a:r>
              <a:t>Full DevSecOps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5-stage GitHub Actions.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Trivy vulnerability scan.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GHCR container publishing.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Terraform AWS provisioned.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64592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Target: 100/100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All 10 rubric modules met.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14 verification screenshots.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Complete troubleshooting labs.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 Clean code and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